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662" autoAdjust="0"/>
  </p:normalViewPr>
  <p:slideViewPr>
    <p:cSldViewPr>
      <p:cViewPr>
        <p:scale>
          <a:sx n="60" d="100"/>
          <a:sy n="60" d="100"/>
        </p:scale>
        <p:origin x="-1620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1440180" cy="144018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590808"/>
              </p:ext>
            </p:extLst>
          </p:nvPr>
        </p:nvGraphicFramePr>
        <p:xfrm>
          <a:off x="3646749" y="391160"/>
          <a:ext cx="1823886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88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baseline="0" dirty="0" smtClean="0"/>
                        <a:t>Vehicle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sz="1200" dirty="0" smtClean="0"/>
                        <a:t>~brand:</a:t>
                      </a:r>
                      <a:r>
                        <a:rPr lang="tr-TR" sz="1200" baseline="0" dirty="0" smtClean="0"/>
                        <a:t> str</a:t>
                      </a:r>
                    </a:p>
                    <a:p>
                      <a:pPr algn="l"/>
                      <a:r>
                        <a:rPr lang="tr-TR" sz="1200" dirty="0" smtClean="0"/>
                        <a:t>~model:</a:t>
                      </a:r>
                      <a:r>
                        <a:rPr lang="tr-TR" sz="1200" baseline="0" dirty="0" smtClean="0"/>
                        <a:t> str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production_year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engine_capacity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gear_type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algn="l"/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renting_price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sz="1200" dirty="0" smtClean="0"/>
                        <a:t>~cal_rental_cost()</a:t>
                      </a:r>
                    </a:p>
                    <a:p>
                      <a:pPr algn="l"/>
                      <a:r>
                        <a:rPr lang="tr-TR" sz="1200" dirty="0" smtClean="0"/>
                        <a:t>~cal_maintenance_time()</a:t>
                      </a:r>
                      <a:endParaRPr lang="tr-T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128286"/>
              </p:ext>
            </p:extLst>
          </p:nvPr>
        </p:nvGraphicFramePr>
        <p:xfrm>
          <a:off x="6933063" y="4422258"/>
          <a:ext cx="1959477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4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Van</a:t>
                      </a:r>
                      <a:endParaRPr lang="tr-T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sz="1200" dirty="0" smtClean="0"/>
                        <a:t>~brand:</a:t>
                      </a:r>
                      <a:r>
                        <a:rPr lang="tr-TR" sz="1200" baseline="0" dirty="0" smtClean="0"/>
                        <a:t> str</a:t>
                      </a:r>
                    </a:p>
                    <a:p>
                      <a:pPr algn="l"/>
                      <a:r>
                        <a:rPr lang="tr-TR" sz="1200" dirty="0" smtClean="0"/>
                        <a:t>~model:</a:t>
                      </a:r>
                      <a:r>
                        <a:rPr lang="tr-TR" sz="1200" baseline="0" dirty="0" smtClean="0"/>
                        <a:t> str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production_year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engine_capacity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gear_type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algn="l"/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renting_price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sz="1200" dirty="0" smtClean="0"/>
                        <a:t>~cal_rental_cost()</a:t>
                      </a:r>
                    </a:p>
                    <a:p>
                      <a:pPr algn="l"/>
                      <a:r>
                        <a:rPr lang="tr-TR" sz="1200" dirty="0" smtClean="0"/>
                        <a:t>~cal_maintenance_time()</a:t>
                      </a:r>
                      <a:endParaRPr lang="tr-T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990221"/>
              </p:ext>
            </p:extLst>
          </p:nvPr>
        </p:nvGraphicFramePr>
        <p:xfrm>
          <a:off x="2441398" y="4422258"/>
          <a:ext cx="1959477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4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Jeep</a:t>
                      </a:r>
                      <a:endParaRPr lang="tr-T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sz="1200" dirty="0" smtClean="0"/>
                        <a:t>~brand:</a:t>
                      </a:r>
                      <a:r>
                        <a:rPr lang="tr-TR" sz="1200" baseline="0" dirty="0" smtClean="0"/>
                        <a:t> str</a:t>
                      </a:r>
                    </a:p>
                    <a:p>
                      <a:pPr algn="l"/>
                      <a:r>
                        <a:rPr lang="tr-TR" sz="1200" dirty="0" smtClean="0"/>
                        <a:t>~model:</a:t>
                      </a:r>
                      <a:r>
                        <a:rPr lang="tr-TR" sz="1200" baseline="0" dirty="0" smtClean="0"/>
                        <a:t> str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production_year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engine_capacity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gear_type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algn="l"/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renting_price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sz="1200" dirty="0" smtClean="0"/>
                        <a:t>~cal_rental_cost()</a:t>
                      </a:r>
                    </a:p>
                    <a:p>
                      <a:pPr algn="l"/>
                      <a:r>
                        <a:rPr lang="tr-TR" sz="1200" dirty="0" smtClean="0"/>
                        <a:t>~cal_maintenance_time()</a:t>
                      </a:r>
                      <a:endParaRPr lang="tr-T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190858"/>
              </p:ext>
            </p:extLst>
          </p:nvPr>
        </p:nvGraphicFramePr>
        <p:xfrm>
          <a:off x="195565" y="4422258"/>
          <a:ext cx="1959477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4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Car</a:t>
                      </a:r>
                      <a:endParaRPr lang="tr-T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sz="1200" dirty="0" smtClean="0"/>
                        <a:t>~brand:</a:t>
                      </a:r>
                      <a:r>
                        <a:rPr lang="tr-TR" sz="1200" baseline="0" dirty="0" smtClean="0"/>
                        <a:t> str</a:t>
                      </a:r>
                    </a:p>
                    <a:p>
                      <a:pPr algn="l"/>
                      <a:r>
                        <a:rPr lang="tr-TR" sz="1200" dirty="0" smtClean="0"/>
                        <a:t>~model:</a:t>
                      </a:r>
                      <a:r>
                        <a:rPr lang="tr-TR" sz="1200" baseline="0" dirty="0" smtClean="0"/>
                        <a:t> str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production_year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engine_capacity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gear_type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algn="l"/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renting_price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sz="1200" dirty="0" smtClean="0"/>
                        <a:t>~cal_rental_cost()</a:t>
                      </a:r>
                    </a:p>
                    <a:p>
                      <a:pPr algn="l"/>
                      <a:r>
                        <a:rPr lang="tr-TR" sz="1200" dirty="0" smtClean="0"/>
                        <a:t>~cal_maintenance_time()</a:t>
                      </a:r>
                      <a:endParaRPr lang="tr-T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539165"/>
              </p:ext>
            </p:extLst>
          </p:nvPr>
        </p:nvGraphicFramePr>
        <p:xfrm>
          <a:off x="4687231" y="4422258"/>
          <a:ext cx="1959477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4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Pickup</a:t>
                      </a:r>
                      <a:endParaRPr lang="tr-T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sz="1200" dirty="0" smtClean="0"/>
                        <a:t>~brand:</a:t>
                      </a:r>
                      <a:r>
                        <a:rPr lang="tr-TR" sz="1200" baseline="0" dirty="0" smtClean="0"/>
                        <a:t> str</a:t>
                      </a:r>
                    </a:p>
                    <a:p>
                      <a:pPr algn="l"/>
                      <a:r>
                        <a:rPr lang="tr-TR" sz="1200" dirty="0" smtClean="0"/>
                        <a:t>~model:</a:t>
                      </a:r>
                      <a:r>
                        <a:rPr lang="tr-TR" sz="1200" baseline="0" dirty="0" smtClean="0"/>
                        <a:t> str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production_year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engine_capacity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gear_type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 smtClean="0"/>
                    </a:p>
                    <a:p>
                      <a:pPr algn="l"/>
                      <a:r>
                        <a:rPr lang="tr-TR" sz="1200" dirty="0" smtClean="0"/>
                        <a:t>~</a:t>
                      </a:r>
                      <a:r>
                        <a:rPr lang="tr-TR" sz="1200" baseline="0" dirty="0" smtClean="0"/>
                        <a:t>renting_price</a:t>
                      </a:r>
                      <a:r>
                        <a:rPr lang="tr-TR" sz="1200" dirty="0" smtClean="0"/>
                        <a:t>:</a:t>
                      </a:r>
                      <a:r>
                        <a:rPr lang="tr-TR" sz="1200" baseline="0" dirty="0" smtClean="0"/>
                        <a:t> int</a:t>
                      </a:r>
                      <a:endParaRPr lang="tr-T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sz="1200" dirty="0" smtClean="0"/>
                        <a:t>~cal_rental_cost()</a:t>
                      </a:r>
                    </a:p>
                    <a:p>
                      <a:pPr algn="l"/>
                      <a:r>
                        <a:rPr lang="tr-TR" sz="1200" dirty="0" smtClean="0"/>
                        <a:t>~cal_maintenance_time()</a:t>
                      </a:r>
                      <a:endParaRPr lang="tr-T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1" name="Elbow Connector 10"/>
          <p:cNvCxnSpPr>
            <a:stCxn id="7" idx="0"/>
            <a:endCxn id="4" idx="2"/>
          </p:cNvCxnSpPr>
          <p:nvPr/>
        </p:nvCxnSpPr>
        <p:spPr>
          <a:xfrm rot="5400000" flipH="1" flipV="1">
            <a:off x="1859828" y="1723395"/>
            <a:ext cx="2014338" cy="338338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endCxn id="4" idx="2"/>
          </p:cNvCxnSpPr>
          <p:nvPr/>
        </p:nvCxnSpPr>
        <p:spPr>
          <a:xfrm rot="5400000" flipH="1" flipV="1">
            <a:off x="2977092" y="2830671"/>
            <a:ext cx="2004350" cy="115884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5" idx="0"/>
            <a:endCxn id="4" idx="2"/>
          </p:cNvCxnSpPr>
          <p:nvPr/>
        </p:nvCxnSpPr>
        <p:spPr>
          <a:xfrm rot="16200000" flipV="1">
            <a:off x="5228578" y="1738034"/>
            <a:ext cx="2014338" cy="335410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9" idx="0"/>
            <a:endCxn id="4" idx="2"/>
          </p:cNvCxnSpPr>
          <p:nvPr/>
        </p:nvCxnSpPr>
        <p:spPr>
          <a:xfrm rot="16200000" flipV="1">
            <a:off x="4105662" y="2860950"/>
            <a:ext cx="2014338" cy="110827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39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155</Words>
  <Application>Microsoft Office PowerPoint</Application>
  <PresentationFormat>On-screen Show (4:3)</PresentationFormat>
  <Paragraphs>45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10</cp:revision>
  <dcterms:created xsi:type="dcterms:W3CDTF">2006-08-16T00:00:00Z</dcterms:created>
  <dcterms:modified xsi:type="dcterms:W3CDTF">2020-08-04T18:55:27Z</dcterms:modified>
</cp:coreProperties>
</file>